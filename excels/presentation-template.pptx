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9728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223437-67D8-48C2-A664-84A4D5CF8D0D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74320" y="182160"/>
            <a:ext cx="1804320" cy="77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144880" y="182160"/>
            <a:ext cx="3066480" cy="39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38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7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274320" y="956880"/>
            <a:ext cx="1804320" cy="312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48640">
              <a:lnSpc>
                <a:spcPct val="100000"/>
              </a:lnSpc>
              <a:spcBef>
                <a:spcPts val="167"/>
              </a:spcBef>
              <a:buNone/>
              <a:tabLst>
                <a:tab algn="l" pos="0"/>
              </a:tabLst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A08D5A-790C-493B-9F70-794ECBD07BB1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75320" y="3200400"/>
            <a:ext cx="329112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75320" y="408600"/>
            <a:ext cx="3291120" cy="274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PH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075320" y="3578400"/>
            <a:ext cx="3291120" cy="53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48640">
              <a:lnSpc>
                <a:spcPct val="100000"/>
              </a:lnSpc>
              <a:spcBef>
                <a:spcPts val="167"/>
              </a:spcBef>
              <a:buNone/>
              <a:tabLst>
                <a:tab algn="l" pos="0"/>
              </a:tabLst>
            </a:pPr>
            <a:r>
              <a:rPr lang="en-US" sz="83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A9E595-516A-4E78-B759-C282B4C72A0D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11480" y="1420200"/>
            <a:ext cx="4662720" cy="97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D0F0D7-0E28-4440-8FCC-DB9E4F513F0F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48640" y="1604520"/>
            <a:ext cx="9874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PH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74320" y="183240"/>
            <a:ext cx="493704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74320" y="1066680"/>
            <a:ext cx="4937040" cy="30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38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7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24A098-BE12-4B57-9A15-2D568ED9B5A9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977640" y="183240"/>
            <a:ext cx="1233720" cy="39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274320" y="183240"/>
            <a:ext cx="3611160" cy="39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38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7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9C53AB-3882-4CD9-A875-D773D3F71428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4320" y="183240"/>
            <a:ext cx="493704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74320" y="1066680"/>
            <a:ext cx="4937040" cy="30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38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9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7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6DF6F1-6316-402F-B0EE-BDA9B3DD1464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33440" y="2937960"/>
            <a:ext cx="466272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33440" y="1937880"/>
            <a:ext cx="4662720" cy="99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4864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6B2E86-A3F8-4E54-BFFE-D0FAFDBDC118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74320" y="183240"/>
            <a:ext cx="493704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274320" y="1066680"/>
            <a:ext cx="2422440" cy="30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7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"/>
              <a:buChar char="–"/>
            </a:pPr>
            <a:r>
              <a:rPr lang="en-US" sz="10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"/>
              <a:buChar char="»"/>
            </a:pPr>
            <a:r>
              <a:rPr lang="en-US" sz="10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2788920" y="1066680"/>
            <a:ext cx="2422440" cy="30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337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79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"/>
              <a:buChar char="–"/>
            </a:pPr>
            <a:r>
              <a:rPr lang="en-US" sz="10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"/>
              <a:buChar char="»"/>
            </a:pPr>
            <a:r>
              <a:rPr lang="en-US" sz="10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FE2107-C493-49CA-85B4-4DE10A1092B3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74320" y="183240"/>
            <a:ext cx="493704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74320" y="1023480"/>
            <a:ext cx="2423520" cy="4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48640">
              <a:lnSpc>
                <a:spcPct val="100000"/>
              </a:lnSpc>
              <a:spcBef>
                <a:spcPts val="289"/>
              </a:spcBef>
              <a:buNone/>
              <a:tabLst>
                <a:tab algn="l" pos="0"/>
              </a:tabLst>
            </a:pPr>
            <a:r>
              <a:rPr lang="en-US" sz="144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274320" y="1450080"/>
            <a:ext cx="2423520" cy="26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193"/>
              </a:spcBef>
              <a:buClr>
                <a:srgbClr val="000000"/>
              </a:buClr>
              <a:buFont typeface="Arial"/>
              <a:buChar char="–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193"/>
              </a:spcBef>
              <a:buClr>
                <a:srgbClr val="000000"/>
              </a:buClr>
              <a:buFont typeface="Arial"/>
              <a:buChar char="»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2787120" y="1023480"/>
            <a:ext cx="2424240" cy="4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548640">
              <a:lnSpc>
                <a:spcPct val="100000"/>
              </a:lnSpc>
              <a:spcBef>
                <a:spcPts val="289"/>
              </a:spcBef>
              <a:buNone/>
              <a:tabLst>
                <a:tab algn="l" pos="0"/>
              </a:tabLst>
            </a:pPr>
            <a:r>
              <a:rPr lang="en-US" sz="144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2787120" y="1450080"/>
            <a:ext cx="2424240" cy="26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05920" indent="-205920" defTabSz="54864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PH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5680" lvl="1" indent="-171360" defTabSz="54864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2" indent="-137160" defTabSz="548640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8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PH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60120" lvl="3" indent="-137160" defTabSz="548640">
              <a:lnSpc>
                <a:spcPct val="100000"/>
              </a:lnSpc>
              <a:spcBef>
                <a:spcPts val="193"/>
              </a:spcBef>
              <a:buClr>
                <a:srgbClr val="000000"/>
              </a:buClr>
              <a:buFont typeface="Arial"/>
              <a:buChar char="–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PH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34440" lvl="4" indent="-137160" defTabSz="548640">
              <a:lnSpc>
                <a:spcPct val="100000"/>
              </a:lnSpc>
              <a:spcBef>
                <a:spcPts val="193"/>
              </a:spcBef>
              <a:buClr>
                <a:srgbClr val="000000"/>
              </a:buClr>
              <a:buFont typeface="Arial"/>
              <a:buChar char="»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PH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AE20E9-C6DD-468C-B67D-1A3E267E45CB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74320" y="183240"/>
            <a:ext cx="493704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54864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PH" sz="2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2743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1874520" y="4237560"/>
            <a:ext cx="1736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3931920" y="4237560"/>
            <a:ext cx="12794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C06097-102D-4A78-A99D-8558FD633767}" type="slidenum">
              <a:rPr lang="en-US" sz="72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PH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3"/>
          <p:cNvPicPr/>
          <p:nvPr/>
        </p:nvPicPr>
        <p:blipFill>
          <a:blip r:embed="rId1"/>
          <a:stretch/>
        </p:blipFill>
        <p:spPr>
          <a:xfrm>
            <a:off x="5760" y="0"/>
            <a:ext cx="10966320" cy="683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834360" y="2124720"/>
            <a:ext cx="6013440" cy="247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Accomplishment Report</a:t>
            </a:r>
            <a:br>
              <a:rPr sz="4000"/>
            </a:br>
            <a:r>
              <a:rPr lang="en-US" sz="2800" b="0" u="none" strike="noStrike">
                <a:solidFill>
                  <a:srgbClr val="080808"/>
                </a:solidFill>
                <a:effectLst/>
                <a:uFillTx/>
                <a:latin typeface="Segoe UI Light"/>
              </a:rPr>
              <a:t>A.Y. 2025-2026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5350680" y="4724280"/>
            <a:ext cx="2980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900" b="1" u="none" strike="noStrike">
                <a:solidFill>
                  <a:srgbClr val="080808"/>
                </a:solidFill>
                <a:effectLst/>
                <a:uFillTx/>
                <a:latin typeface="Calibri"/>
              </a:rPr>
              <a:t>AURUM F. PASCUAL</a:t>
            </a:r>
            <a:endParaRPr lang="en-PH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900" b="0" u="none" strike="noStrike">
                <a:solidFill>
                  <a:srgbClr val="080808"/>
                </a:solidFill>
                <a:effectLst/>
                <a:uFillTx/>
                <a:latin typeface="Calibri"/>
              </a:rPr>
              <a:t>MIS-IT</a:t>
            </a:r>
            <a:endParaRPr lang="en-PH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lang="en-PH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lang="en-PH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0"/>
          <p:cNvPicPr/>
          <p:nvPr/>
        </p:nvPicPr>
        <p:blipFill>
          <a:blip r:embed="rId2"/>
          <a:stretch/>
        </p:blipFill>
        <p:spPr>
          <a:xfrm>
            <a:off x="5943600" y="380880"/>
            <a:ext cx="1794600" cy="179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352160" y="3048120"/>
            <a:ext cx="8268120" cy="179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Meetings</a:t>
            </a:r>
            <a:endParaRPr lang="en-PH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60"/>
          <p:cNvPicPr/>
          <p:nvPr/>
        </p:nvPicPr>
        <p:blipFill>
          <a:blip r:embed="rId1"/>
          <a:stretch/>
        </p:blipFill>
        <p:spPr>
          <a:xfrm>
            <a:off x="4563360" y="776880"/>
            <a:ext cx="1794600" cy="179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plate 2025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2025</Template>
  <TotalTime>31602</TotalTime>
  <Application>LibreOffice/25.8.4.2$Windows_X86_64 LibreOffice_project/290daaa01b999472f0c7a3890eb6a550fd74c6df</Application>
  <AppVersion>15.0000</AppVersion>
  <Words>299</Words>
  <Paragraphs>63</Paragraphs>
  <Company>by adguard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2018-06-28T03:16:57Z</dcterms:created>
  <dc:creator>bitancur</dc:creator>
  <dc:description/>
  <dc:language>en-PH</dc:language>
  <cp:lastModifiedBy/>
  <cp:lastPrinted>2024-08-16T00:23:00Z</cp:lastPrinted>
  <dcterms:modified xsi:type="dcterms:W3CDTF">2026-03-27T11:54:16Z</dcterms:modified>
  <cp:revision>1179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24</vt:i4>
  </property>
</Properties>
</file>